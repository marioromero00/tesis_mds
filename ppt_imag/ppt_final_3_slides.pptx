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25"/>
  </p:normalViewPr>
  <p:slideViewPr>
    <p:cSldViewPr snapToGrid="0" snapToObjects="1">
      <p:cViewPr varScale="1">
        <p:scale>
          <a:sx n="145" d="100"/>
          <a:sy n="145" d="100"/>
        </p:scale>
        <p:origin x="1120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2353" y="1041888"/>
            <a:ext cx="984738" cy="373673"/>
          </a:xfrm>
          <a:prstGeom prst="round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EEG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2353" y="1681968"/>
            <a:ext cx="984738" cy="373673"/>
          </a:xfrm>
          <a:prstGeom prst="roundRect">
            <a:avLst/>
          </a:prstGeom>
          <a:solidFill>
            <a:srgbClr val="46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GSR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2353" y="2322048"/>
            <a:ext cx="984738" cy="373673"/>
          </a:xfrm>
          <a:prstGeom prst="roundRect">
            <a:avLst/>
          </a:prstGeom>
          <a:solidFill>
            <a:srgbClr val="46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Eye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353" y="2962127"/>
            <a:ext cx="984738" cy="373673"/>
          </a:xfrm>
          <a:prstGeom prst="roundRect">
            <a:avLst/>
          </a:prstGeom>
          <a:solidFill>
            <a:srgbClr val="A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Facial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51074" y="1806819"/>
            <a:ext cx="1230923" cy="597877"/>
          </a:xfrm>
          <a:prstGeom prst="round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Modelo
único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62753" y="1041888"/>
            <a:ext cx="984738" cy="373673"/>
          </a:xfrm>
          <a:prstGeom prst="round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EEG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62753" y="1681968"/>
            <a:ext cx="984738" cy="373673"/>
          </a:xfrm>
          <a:prstGeom prst="roundRect">
            <a:avLst/>
          </a:prstGeom>
          <a:solidFill>
            <a:srgbClr val="46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GSR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62753" y="2322048"/>
            <a:ext cx="984738" cy="373673"/>
          </a:xfrm>
          <a:prstGeom prst="roundRect">
            <a:avLst/>
          </a:prstGeom>
          <a:solidFill>
            <a:srgbClr val="46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Eye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62753" y="2962127"/>
            <a:ext cx="984738" cy="373673"/>
          </a:xfrm>
          <a:prstGeom prst="roundRect">
            <a:avLst/>
          </a:prstGeom>
          <a:solidFill>
            <a:srgbClr val="A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Facial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958" y="1806819"/>
            <a:ext cx="1066800" cy="597877"/>
          </a:xfrm>
          <a:prstGeom prst="round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Atención
cruzada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0836" y="1881553"/>
            <a:ext cx="656492" cy="448408"/>
          </a:xfrm>
          <a:prstGeom prst="round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99484" y="1041889"/>
            <a:ext cx="984738" cy="373673"/>
          </a:xfrm>
          <a:prstGeom prst="round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EEG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298" y="1041888"/>
            <a:ext cx="574431" cy="373673"/>
          </a:xfrm>
          <a:prstGeom prst="round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99484" y="1681969"/>
            <a:ext cx="984738" cy="373673"/>
          </a:xfrm>
          <a:prstGeom prst="roundRect">
            <a:avLst/>
          </a:prstGeom>
          <a:solidFill>
            <a:srgbClr val="46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GSR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0299" y="1681968"/>
            <a:ext cx="574431" cy="373673"/>
          </a:xfrm>
          <a:prstGeom prst="round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99484" y="2322049"/>
            <a:ext cx="984738" cy="373673"/>
          </a:xfrm>
          <a:prstGeom prst="roundRect">
            <a:avLst/>
          </a:prstGeom>
          <a:solidFill>
            <a:srgbClr val="46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Eye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0299" y="2329961"/>
            <a:ext cx="574431" cy="373673"/>
          </a:xfrm>
          <a:prstGeom prst="round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Mod.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99484" y="2962128"/>
            <a:ext cx="984738" cy="373673"/>
          </a:xfrm>
          <a:prstGeom prst="roundRect">
            <a:avLst/>
          </a:prstGeom>
          <a:solidFill>
            <a:srgbClr val="A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Facial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0300" y="2962126"/>
            <a:ext cx="574431" cy="373673"/>
          </a:xfrm>
          <a:prstGeom prst="round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10807" y="1858253"/>
            <a:ext cx="1230923" cy="597877"/>
          </a:xfrm>
          <a:prstGeom prst="roundRect">
            <a:avLst/>
          </a:prstGeom>
          <a:solidFill>
            <a:srgbClr val="C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Voto /
</a:t>
            </a:r>
            <a:r>
              <a:rPr sz="1200" b="1" dirty="0" err="1">
                <a:solidFill>
                  <a:srgbClr val="FFFFFF"/>
                </a:solidFill>
              </a:rPr>
              <a:t>Promedio</a:t>
            </a:r>
            <a:endParaRPr sz="1200" b="1" dirty="0">
              <a:solidFill>
                <a:srgbClr val="FFFFFF"/>
              </a:solidFill>
            </a:endParaRPr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9C982A92-B184-35E6-8A63-406963B13149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1647091" y="1228725"/>
            <a:ext cx="203983" cy="877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4CEEBA47-4852-48B2-FF50-6D104DAC86D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1647091" y="2105758"/>
            <a:ext cx="203983" cy="1043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F098C257-B885-C4AB-EC3D-30322465A308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1647091" y="2105758"/>
            <a:ext cx="203983" cy="403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8DEEEAB2-3410-7A8E-5B16-7265328D9FFD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1647091" y="1868805"/>
            <a:ext cx="203983" cy="236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07FB948B-4971-DCA7-56B6-C2E8EC5F1FB3}"/>
              </a:ext>
            </a:extLst>
          </p:cNvPr>
          <p:cNvCxnSpPr>
            <a:cxnSpLocks/>
          </p:cNvCxnSpPr>
          <p:nvPr/>
        </p:nvCxnSpPr>
        <p:spPr>
          <a:xfrm>
            <a:off x="4831667" y="1297085"/>
            <a:ext cx="203983" cy="877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A387942A-D6B3-258D-EAC3-792A1D516D5F}"/>
              </a:ext>
            </a:extLst>
          </p:cNvPr>
          <p:cNvCxnSpPr>
            <a:cxnSpLocks/>
          </p:cNvCxnSpPr>
          <p:nvPr/>
        </p:nvCxnSpPr>
        <p:spPr>
          <a:xfrm flipV="1">
            <a:off x="4831667" y="2174118"/>
            <a:ext cx="203983" cy="1043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0775F2BE-538F-0617-A559-B6011037E14A}"/>
              </a:ext>
            </a:extLst>
          </p:cNvPr>
          <p:cNvCxnSpPr>
            <a:cxnSpLocks/>
          </p:cNvCxnSpPr>
          <p:nvPr/>
        </p:nvCxnSpPr>
        <p:spPr>
          <a:xfrm flipV="1">
            <a:off x="4831667" y="2174118"/>
            <a:ext cx="203983" cy="403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14E844FD-78CC-A527-A714-CCEC87D7E5F7}"/>
              </a:ext>
            </a:extLst>
          </p:cNvPr>
          <p:cNvCxnSpPr>
            <a:cxnSpLocks/>
          </p:cNvCxnSpPr>
          <p:nvPr/>
        </p:nvCxnSpPr>
        <p:spPr>
          <a:xfrm>
            <a:off x="4831667" y="1937165"/>
            <a:ext cx="203983" cy="236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2DFB7951-0B15-8569-641D-75C1F1CC370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6114758" y="2105757"/>
            <a:ext cx="27607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CC65FC4D-312F-D806-2AD3-BF915EB6C98E}"/>
              </a:ext>
            </a:extLst>
          </p:cNvPr>
          <p:cNvCxnSpPr>
            <a:cxnSpLocks/>
          </p:cNvCxnSpPr>
          <p:nvPr/>
        </p:nvCxnSpPr>
        <p:spPr>
          <a:xfrm flipV="1">
            <a:off x="8584222" y="3148963"/>
            <a:ext cx="27607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6979C133-2A5F-DA5C-2498-F3D1883CBD4B}"/>
              </a:ext>
            </a:extLst>
          </p:cNvPr>
          <p:cNvCxnSpPr>
            <a:cxnSpLocks/>
          </p:cNvCxnSpPr>
          <p:nvPr/>
        </p:nvCxnSpPr>
        <p:spPr>
          <a:xfrm flipV="1">
            <a:off x="8590666" y="2500969"/>
            <a:ext cx="27607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DDED724D-DEE1-1EE5-509D-4CA8525047B6}"/>
              </a:ext>
            </a:extLst>
          </p:cNvPr>
          <p:cNvCxnSpPr>
            <a:cxnSpLocks/>
          </p:cNvCxnSpPr>
          <p:nvPr/>
        </p:nvCxnSpPr>
        <p:spPr>
          <a:xfrm flipV="1">
            <a:off x="8590666" y="1884631"/>
            <a:ext cx="27607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3AE66E1C-5483-D3D0-9A0B-AA18AA025D4A}"/>
              </a:ext>
            </a:extLst>
          </p:cNvPr>
          <p:cNvCxnSpPr>
            <a:cxnSpLocks/>
          </p:cNvCxnSpPr>
          <p:nvPr/>
        </p:nvCxnSpPr>
        <p:spPr>
          <a:xfrm flipV="1">
            <a:off x="8590666" y="1228724"/>
            <a:ext cx="27607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FC686A02-E9EC-8381-0B47-FE4304D9EB98}"/>
              </a:ext>
            </a:extLst>
          </p:cNvPr>
          <p:cNvCxnSpPr>
            <a:cxnSpLocks/>
          </p:cNvCxnSpPr>
          <p:nvPr/>
        </p:nvCxnSpPr>
        <p:spPr>
          <a:xfrm>
            <a:off x="9466968" y="1297085"/>
            <a:ext cx="203983" cy="8770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AFA553A5-B10A-F684-AA23-F06DFAAA70DB}"/>
              </a:ext>
            </a:extLst>
          </p:cNvPr>
          <p:cNvCxnSpPr>
            <a:cxnSpLocks/>
          </p:cNvCxnSpPr>
          <p:nvPr/>
        </p:nvCxnSpPr>
        <p:spPr>
          <a:xfrm flipV="1">
            <a:off x="9466968" y="2174118"/>
            <a:ext cx="203983" cy="10432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555B68FA-8211-FDC0-D3E3-CF10463C17CF}"/>
              </a:ext>
            </a:extLst>
          </p:cNvPr>
          <p:cNvCxnSpPr>
            <a:cxnSpLocks/>
          </p:cNvCxnSpPr>
          <p:nvPr/>
        </p:nvCxnSpPr>
        <p:spPr>
          <a:xfrm flipV="1">
            <a:off x="9466968" y="2174118"/>
            <a:ext cx="203983" cy="4031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4315C014-A82D-6C1D-83EB-9B1E341F7EFD}"/>
              </a:ext>
            </a:extLst>
          </p:cNvPr>
          <p:cNvCxnSpPr>
            <a:cxnSpLocks/>
          </p:cNvCxnSpPr>
          <p:nvPr/>
        </p:nvCxnSpPr>
        <p:spPr>
          <a:xfrm>
            <a:off x="9466968" y="1937165"/>
            <a:ext cx="203983" cy="2369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1">
            <a:extLst>
              <a:ext uri="{FF2B5EF4-FFF2-40B4-BE49-F238E27FC236}">
                <a16:creationId xmlns:a16="http://schemas.microsoft.com/office/drawing/2014/main" id="{CDA824A2-57E8-61BE-29E3-4A52FED9E4B5}"/>
              </a:ext>
            </a:extLst>
          </p:cNvPr>
          <p:cNvSpPr txBox="1"/>
          <p:nvPr/>
        </p:nvSpPr>
        <p:spPr>
          <a:xfrm>
            <a:off x="1044451" y="383294"/>
            <a:ext cx="163397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s-419" sz="1600" b="1" dirty="0">
                <a:solidFill>
                  <a:srgbClr val="285096"/>
                </a:solidFill>
              </a:rPr>
              <a:t>Fusión Temprana</a:t>
            </a:r>
            <a:endParaRPr sz="1600" b="1" dirty="0">
              <a:solidFill>
                <a:srgbClr val="285096"/>
              </a:solidFill>
            </a:endParaRP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4D035674-F472-5836-08FF-EBD866790A5D}"/>
              </a:ext>
            </a:extLst>
          </p:cNvPr>
          <p:cNvSpPr txBox="1"/>
          <p:nvPr/>
        </p:nvSpPr>
        <p:spPr>
          <a:xfrm>
            <a:off x="5001377" y="383294"/>
            <a:ext cx="172714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s-419" sz="1600" b="1" dirty="0">
                <a:solidFill>
                  <a:srgbClr val="285096"/>
                </a:solidFill>
              </a:rPr>
              <a:t>Fusión Intermedia</a:t>
            </a:r>
            <a:endParaRPr sz="1600" b="1" dirty="0">
              <a:solidFill>
                <a:srgbClr val="285096"/>
              </a:solidFill>
            </a:endParaRP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4ACC3DD5-097E-9097-5D19-85A16D793AC9}"/>
              </a:ext>
            </a:extLst>
          </p:cNvPr>
          <p:cNvSpPr txBox="1"/>
          <p:nvPr/>
        </p:nvSpPr>
        <p:spPr>
          <a:xfrm>
            <a:off x="8493522" y="383294"/>
            <a:ext cx="130798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s-419" sz="1600" b="1" dirty="0">
                <a:solidFill>
                  <a:srgbClr val="285096"/>
                </a:solidFill>
              </a:rPr>
              <a:t>Fusión Tardía</a:t>
            </a:r>
            <a:endParaRPr sz="1600" b="1" dirty="0">
              <a:solidFill>
                <a:srgbClr val="28509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14896" y="457200"/>
            <a:ext cx="12102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285096"/>
                </a:solidFill>
              </a:rPr>
              <a:t>LSTM / GRU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81600" y="457200"/>
            <a:ext cx="25912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285096"/>
                </a:solidFill>
              </a:rPr>
              <a:t>TCN (</a:t>
            </a:r>
            <a:r>
              <a:rPr sz="1600" b="1" dirty="0" err="1">
                <a:solidFill>
                  <a:srgbClr val="285096"/>
                </a:solidFill>
              </a:rPr>
              <a:t>Convolución</a:t>
            </a:r>
            <a:r>
              <a:rPr sz="1600" b="1" dirty="0">
                <a:solidFill>
                  <a:srgbClr val="285096"/>
                </a:solidFill>
              </a:rPr>
              <a:t> Temporal)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7697" y="457200"/>
            <a:ext cx="20662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85096"/>
                </a:solidFill>
              </a:rPr>
              <a:t>Transformer Temporal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397" y="1828800"/>
            <a:ext cx="731520" cy="640080"/>
          </a:xfrm>
          <a:prstGeom prst="roundRect">
            <a:avLst/>
          </a:prstGeom>
          <a:solidFill>
            <a:srgbClr val="1E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2797" y="1828800"/>
            <a:ext cx="731520" cy="640080"/>
          </a:xfrm>
          <a:prstGeom prst="roundRect">
            <a:avLst/>
          </a:prstGeom>
          <a:solidFill>
            <a:srgbClr val="46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t2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197" y="1828800"/>
            <a:ext cx="731520" cy="640080"/>
          </a:xfrm>
          <a:prstGeom prst="roundRect">
            <a:avLst/>
          </a:prstGeom>
          <a:solidFill>
            <a:srgbClr val="467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597" y="1828800"/>
            <a:ext cx="731520" cy="640080"/>
          </a:xfrm>
          <a:prstGeom prst="roundRect">
            <a:avLst/>
          </a:prstGeom>
          <a:solidFill>
            <a:srgbClr val="A0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1600" y="1280161"/>
            <a:ext cx="2300654" cy="548639"/>
          </a:xfrm>
          <a:prstGeom prst="roundRect">
            <a:avLst/>
          </a:prstGeom>
          <a:solidFill>
            <a:srgbClr val="285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Capa 1
dil=1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1600" y="1920241"/>
            <a:ext cx="2300654" cy="548639"/>
          </a:xfrm>
          <a:prstGeom prst="roundRect">
            <a:avLst/>
          </a:prstGeom>
          <a:solidFill>
            <a:srgbClr val="3C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Capa 2
dil=2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81600" y="2560321"/>
            <a:ext cx="2300654" cy="548639"/>
          </a:xfrm>
          <a:prstGeom prst="roundRect">
            <a:avLst/>
          </a:prstGeom>
          <a:solidFill>
            <a:srgbClr val="508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Capa 3
dil=4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1600" y="3200400"/>
            <a:ext cx="2300654" cy="548639"/>
          </a:xfrm>
          <a:prstGeom prst="roundRect">
            <a:avLst/>
          </a:prstGeom>
          <a:solidFill>
            <a:srgbClr val="64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Capa 4
dil=8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87608" y="1280160"/>
            <a:ext cx="457200" cy="4572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744808" y="1280160"/>
            <a:ext cx="45720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02008" y="1280160"/>
            <a:ext cx="457200" cy="4572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59208" y="1280160"/>
            <a:ext cx="457200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287608" y="1737360"/>
            <a:ext cx="45720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744808" y="1737360"/>
            <a:ext cx="457200" cy="4572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02008" y="1737360"/>
            <a:ext cx="45720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659208" y="1737360"/>
            <a:ext cx="457200" cy="4572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287608" y="2194560"/>
            <a:ext cx="457200" cy="4572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744808" y="2194560"/>
            <a:ext cx="45720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202008" y="2194560"/>
            <a:ext cx="457200" cy="4572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659208" y="2194560"/>
            <a:ext cx="45720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287608" y="2651760"/>
            <a:ext cx="457200" cy="457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744808" y="2651760"/>
            <a:ext cx="457200" cy="4572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202008" y="2651760"/>
            <a:ext cx="45720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659208" y="2651760"/>
            <a:ext cx="457200" cy="4572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lecha derecha 28">
            <a:extLst>
              <a:ext uri="{FF2B5EF4-FFF2-40B4-BE49-F238E27FC236}">
                <a16:creationId xmlns:a16="http://schemas.microsoft.com/office/drawing/2014/main" id="{1FED2BA5-6352-7ACE-7DCB-5DB9778A45A5}"/>
              </a:ext>
            </a:extLst>
          </p:cNvPr>
          <p:cNvSpPr/>
          <p:nvPr/>
        </p:nvSpPr>
        <p:spPr>
          <a:xfrm>
            <a:off x="1303363" y="2097844"/>
            <a:ext cx="159434" cy="1793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Flecha derecha 29">
            <a:extLst>
              <a:ext uri="{FF2B5EF4-FFF2-40B4-BE49-F238E27FC236}">
                <a16:creationId xmlns:a16="http://schemas.microsoft.com/office/drawing/2014/main" id="{A6AC9898-15BA-4D78-A263-AB0EEE8E7381}"/>
              </a:ext>
            </a:extLst>
          </p:cNvPr>
          <p:cNvSpPr/>
          <p:nvPr/>
        </p:nvSpPr>
        <p:spPr>
          <a:xfrm>
            <a:off x="2206040" y="2104878"/>
            <a:ext cx="159434" cy="1793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Flecha derecha 30">
            <a:extLst>
              <a:ext uri="{FF2B5EF4-FFF2-40B4-BE49-F238E27FC236}">
                <a16:creationId xmlns:a16="http://schemas.microsoft.com/office/drawing/2014/main" id="{CAE11E54-54C8-19F9-7456-39E04370FD84}"/>
              </a:ext>
            </a:extLst>
          </p:cNvPr>
          <p:cNvSpPr/>
          <p:nvPr/>
        </p:nvSpPr>
        <p:spPr>
          <a:xfrm>
            <a:off x="3132163" y="2097844"/>
            <a:ext cx="159434" cy="17936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75</Words>
  <Application>Microsoft Macintosh PowerPoint</Application>
  <PresentationFormat>Panorámica</PresentationFormat>
  <Paragraphs>34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Mario Francisco Romero Cortes</cp:lastModifiedBy>
  <cp:revision>3</cp:revision>
  <dcterms:created xsi:type="dcterms:W3CDTF">2013-01-27T09:14:16Z</dcterms:created>
  <dcterms:modified xsi:type="dcterms:W3CDTF">2026-05-04T00:04:43Z</dcterms:modified>
  <cp:category/>
</cp:coreProperties>
</file>